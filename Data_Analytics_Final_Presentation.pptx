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79" r:id="rId10"/>
    <p:sldId id="263" r:id="rId11"/>
    <p:sldId id="264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89" r:id="rId30"/>
    <p:sldId id="273" r:id="rId31"/>
    <p:sldId id="274" r:id="rId32"/>
    <p:sldId id="275" r:id="rId33"/>
    <p:sldId id="276" r:id="rId34"/>
    <p:sldId id="277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Sales Data Analysis and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err="1" smtClean="0"/>
              <a:t>NAME:</a:t>
            </a:r>
            <a:r>
              <a:rPr dirty="0" err="1" smtClean="0"/>
              <a:t>Priyadharshini</a:t>
            </a:r>
            <a:r>
              <a:rPr lang="en-US" dirty="0" smtClean="0"/>
              <a:t> N</a:t>
            </a:r>
            <a:endParaRPr dirty="0"/>
          </a:p>
          <a:p>
            <a:r>
              <a:rPr lang="en-US" dirty="0" err="1" smtClean="0"/>
              <a:t>TITLE:</a:t>
            </a:r>
            <a:r>
              <a:rPr dirty="0" err="1" smtClean="0"/>
              <a:t>Data</a:t>
            </a:r>
            <a:r>
              <a:rPr dirty="0" smtClean="0"/>
              <a:t> </a:t>
            </a:r>
            <a:r>
              <a:rPr dirty="0"/>
              <a:t>Analytics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Data Analytics</a:t>
            </a:r>
          </a:p>
          <a:p>
            <a:r>
              <a:t>Tools: Python, SQL, Excel</a:t>
            </a:r>
          </a:p>
          <a:p>
            <a:r>
              <a:t>Objective: Analyze sales data &amp; generate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raw data</a:t>
            </a:r>
          </a:p>
          <a:p>
            <a:r>
              <a:t>Hard to analyze</a:t>
            </a:r>
          </a:p>
          <a:p>
            <a:r>
              <a:t>Need insights for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TransactionID, ItemDescription, Quantity, Price, Country,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SQL Setup → Cleaning → Analysis →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Downloaded CSV</a:t>
            </a:r>
          </a:p>
          <a:p>
            <a:r>
              <a:t>Loaded into Python &amp; 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Created tables</a:t>
            </a:r>
          </a:p>
          <a:p>
            <a:r>
              <a:rPr dirty="0"/>
              <a:t>Inserted data</a:t>
            </a:r>
          </a:p>
          <a:p>
            <a:r>
              <a:rPr dirty="0"/>
              <a:t>Used SQL </a:t>
            </a:r>
            <a:r>
              <a:rPr dirty="0" smtClean="0"/>
              <a:t>queries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SCREENSHOTS OF SQL:</a:t>
            </a:r>
            <a:endParaRPr lang="en-IN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235" y="1882775"/>
            <a:ext cx="668353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3119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074" y="2682667"/>
            <a:ext cx="6277851" cy="2972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6006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Removed nulls, duplicates</a:t>
            </a:r>
          </a:p>
          <a:p>
            <a:r>
              <a:rPr dirty="0"/>
              <a:t>Fixed formats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Total Sales</a:t>
            </a:r>
          </a:p>
          <a:p>
            <a:r>
              <a:t>Extracted Month &amp; Year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SCREENSHOTS: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860" y="1882775"/>
            <a:ext cx="691828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1537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CONTD…</a:t>
            </a:r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89" y="1899745"/>
            <a:ext cx="8221222" cy="456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6593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CONTD…</a:t>
            </a:r>
            <a:endParaRPr lang="en-IN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69" y="1895301"/>
            <a:ext cx="7899661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3970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CONTD…</a:t>
            </a:r>
            <a:endParaRPr lang="en-IN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69" y="1882775"/>
            <a:ext cx="7854461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3411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CONTD…</a:t>
            </a:r>
            <a:endParaRPr lang="en-IN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500" y="1882775"/>
            <a:ext cx="6453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4498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CONTD…</a:t>
            </a:r>
            <a:endParaRPr lang="en-IN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674" y="1882775"/>
            <a:ext cx="5008651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4605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EXERCISES TRIED ‘;</a:t>
            </a:r>
            <a:endParaRPr lang="en-IN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112" y="1882775"/>
            <a:ext cx="665577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6460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CONTD….</a:t>
            </a:r>
            <a:endParaRPr lang="en-IN" dirty="0"/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314" y="1882775"/>
            <a:ext cx="7067371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6897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CONTD…</a:t>
            </a:r>
            <a:endParaRPr lang="en-IN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68" y="2699957"/>
            <a:ext cx="7259063" cy="296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7164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(pandas, </a:t>
            </a:r>
            <a:r>
              <a:rPr dirty="0" err="1"/>
              <a:t>matplotlib</a:t>
            </a:r>
            <a:r>
              <a:rPr dirty="0"/>
              <a:t>)</a:t>
            </a:r>
          </a:p>
          <a:p>
            <a:r>
              <a:rPr dirty="0"/>
              <a:t>SQL</a:t>
            </a:r>
          </a:p>
          <a:p>
            <a:r>
              <a:rPr dirty="0"/>
              <a:t>Excel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trends</a:t>
            </a:r>
          </a:p>
          <a:p>
            <a:r>
              <a:t>Top products</a:t>
            </a:r>
          </a:p>
          <a:p>
            <a:r>
              <a:t>Country sales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Amount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LINE </a:t>
            </a:r>
            <a:r>
              <a:rPr dirty="0"/>
              <a:t>GRAPH </a:t>
            </a:r>
          </a:p>
        </p:txBody>
      </p:sp>
      <p:pic>
        <p:nvPicPr>
          <p:cNvPr id="4" name="Picture 3" descr="67c90940-6f7b-4fca-9215-628a6f0a11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909" y="2292745"/>
            <a:ext cx="3757809" cy="22910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Most transactions fall in a common range</a:t>
            </a:r>
          </a:p>
          <a:p>
            <a:r>
              <a:t>• Few high-value transactions exist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Monetary Analysis (Customer Spending)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BAR </a:t>
            </a:r>
            <a:r>
              <a:rPr dirty="0"/>
              <a:t>CHART </a:t>
            </a:r>
          </a:p>
        </p:txBody>
      </p:sp>
      <p:pic>
        <p:nvPicPr>
          <p:cNvPr id="4" name="Picture 3" descr="8a600490-9ae3-4d30-b760-cdd1bb24e5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546" y="2345999"/>
            <a:ext cx="3419605" cy="24770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572000"/>
            <a:ext cx="566052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 dirty="0" smtClean="0"/>
          </a:p>
          <a:p>
            <a:r>
              <a:rPr dirty="0" smtClean="0"/>
              <a:t>• </a:t>
            </a:r>
            <a:r>
              <a:rPr dirty="0"/>
              <a:t>Positive trend in customer spending</a:t>
            </a:r>
          </a:p>
          <a:p>
            <a:r>
              <a:rPr dirty="0"/>
              <a:t>• High-value customers contribute more revenue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Sales</a:t>
            </a: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443" y="2315904"/>
            <a:ext cx="5649113" cy="3705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show clear distribution patterns</a:t>
            </a:r>
          </a:p>
          <a:p>
            <a:r>
              <a:t>• High-value transactions are fewer but important</a:t>
            </a:r>
          </a:p>
          <a:p>
            <a:r>
              <a:t>• Customer spending increases steadily</a:t>
            </a:r>
          </a:p>
          <a:p>
            <a:r>
              <a:t>• Data reveals potential premium customers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top products</a:t>
            </a:r>
          </a:p>
          <a:p>
            <a:r>
              <a:t>Improve low sales</a:t>
            </a:r>
          </a:p>
          <a:p>
            <a:r>
              <a:t>Plan offers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Dashboard</a:t>
            </a:r>
          </a:p>
        </p:txBody>
      </p:sp>
      <p:pic>
        <p:nvPicPr>
          <p:cNvPr id="1229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57" y="1882775"/>
            <a:ext cx="7320485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CONTD…</a:t>
            </a:r>
            <a:endParaRPr lang="en-IN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627" y="2253983"/>
            <a:ext cx="5696745" cy="3829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6187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</a:t>
            </a:r>
          </a:p>
          <a:p>
            <a:r>
              <a:t>Analysis</a:t>
            </a:r>
          </a:p>
          <a:p>
            <a:r>
              <a:t>SQL</a:t>
            </a:r>
          </a:p>
          <a:p>
            <a:r>
              <a:t>Visualization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Missing data</a:t>
            </a:r>
          </a:p>
          <a:p>
            <a:r>
              <a:t>Errors</a:t>
            </a:r>
          </a:p>
          <a:p>
            <a:r>
              <a:t>Tool issues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prediction</a:t>
            </a:r>
          </a:p>
          <a:p>
            <a:r>
              <a:t>Real-time dashboard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analyzed retail data</a:t>
            </a:r>
          </a:p>
          <a:p>
            <a:r>
              <a:t>• Identified key trends and customer behavior</a:t>
            </a:r>
          </a:p>
          <a:p>
            <a:r>
              <a:t>• Provided actionable business insights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4008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79</TotalTime>
  <Words>269</Words>
  <Application>Microsoft Office PowerPoint</Application>
  <PresentationFormat>On-screen Show (4:3)</PresentationFormat>
  <Paragraphs>105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Verve</vt:lpstr>
      <vt:lpstr>Sales Data Analysis and Reporting</vt:lpstr>
      <vt:lpstr>About Internship</vt:lpstr>
      <vt:lpstr>Problem Statement</vt:lpstr>
      <vt:lpstr>Dataset Description</vt:lpstr>
      <vt:lpstr>Project Phases</vt:lpstr>
      <vt:lpstr>Data Collection</vt:lpstr>
      <vt:lpstr>Database Setup</vt:lpstr>
      <vt:lpstr>SCREENSHOTS OF SQL:</vt:lpstr>
      <vt:lpstr>contd</vt:lpstr>
      <vt:lpstr>Data Cleaning</vt:lpstr>
      <vt:lpstr>Data Preparation</vt:lpstr>
      <vt:lpstr>SCREENSHOTS:</vt:lpstr>
      <vt:lpstr>CONTD…</vt:lpstr>
      <vt:lpstr>CONTD…</vt:lpstr>
      <vt:lpstr>CONTD…</vt:lpstr>
      <vt:lpstr>CONTD…</vt:lpstr>
      <vt:lpstr>CONTD…</vt:lpstr>
      <vt:lpstr>SOME EXERCISES TRIED ‘;</vt:lpstr>
      <vt:lpstr>CONTD….</vt:lpstr>
      <vt:lpstr>CONTD…</vt:lpstr>
      <vt:lpstr>Tools Used</vt:lpstr>
      <vt:lpstr>Data Analysis</vt:lpstr>
      <vt:lpstr>Transaction Amount Distribution</vt:lpstr>
      <vt:lpstr>Monetary Analysis (Customer Spending)</vt:lpstr>
      <vt:lpstr>Country Sales</vt:lpstr>
      <vt:lpstr>Key Insights</vt:lpstr>
      <vt:lpstr>Recommendations</vt:lpstr>
      <vt:lpstr>Excel Dashboard</vt:lpstr>
      <vt:lpstr>CONTD…</vt:lpstr>
      <vt:lpstr>What I Learned</vt:lpstr>
      <vt:lpstr>Challenges</vt:lpstr>
      <vt:lpstr>Future Scope</vt:lpstr>
      <vt:lpstr>Conclusion</vt:lpstr>
      <vt:lpstr>Thank You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and Reporting</dc:title>
  <dc:creator>Priyadharshini N</dc:creator>
  <dc:description>generated using python-pptx</dc:description>
  <cp:lastModifiedBy>Admin</cp:lastModifiedBy>
  <cp:revision>7</cp:revision>
  <dcterms:created xsi:type="dcterms:W3CDTF">2013-01-27T09:14:16Z</dcterms:created>
  <dcterms:modified xsi:type="dcterms:W3CDTF">2026-03-31T16:12:04Z</dcterms:modified>
</cp:coreProperties>
</file>